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9C81-0815-C0F2-70EA-1B4579930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87581-4D4C-05DF-0E8A-863265577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5165-3B7F-D1FF-2E16-EE481027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2B408-E319-4296-B41B-A2BB3FDB474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DE28C-8A55-D830-B50F-9C909BEFA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F4131-81E4-A7C7-BDBF-CD6DA63E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C69E-2ADF-4A37-9C66-CDD45D18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876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2BD43-F04D-62AF-5D3C-B47702EC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B42B3-B3A0-753C-DB58-F9CE04436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75CD2-E697-BA01-331C-0CBFC456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2B408-E319-4296-B41B-A2BB3FDB474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BD749-74FC-7756-F961-E5A3F4B4E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86596-29C1-AD6F-2911-7A6B9561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C69E-2ADF-4A37-9C66-CDD45D18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291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5B57-0622-EF4E-B389-B5D2742C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62109-C9C4-DA00-F639-045943340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58E00-33A8-1CA2-7997-46CA8508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2B408-E319-4296-B41B-A2BB3FDB474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E7981-73C4-77BB-586D-1FF707901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0C7FE-C5C9-BE58-6C35-CF78E07E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C69E-2ADF-4A37-9C66-CDD45D18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19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8CE9-7411-8F64-AAEB-C2A7E191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5439-664C-883E-9C01-1F1FB5B266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CA09D-A124-71E1-C465-4045DE0F8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E0AF0-EF29-BE15-458D-996DE0F1B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2B408-E319-4296-B41B-A2BB3FDB474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665EE-A458-07C8-6C46-E66ED9BC3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37A71-70AC-AFA8-3CE3-CF4C1AF6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C69E-2ADF-4A37-9C66-CDD45D18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225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7B53-1E34-D623-2ADF-6960844B3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C288E-BE1A-99EE-48D3-476F411D4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BF360-3CB6-0913-ECED-3870762CB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0B721-6C33-9159-AFC5-2C379EEAC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300BE9-CD5F-2F4C-C9D8-92806AB9E0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D0816B-EDE2-942C-2D0E-536220CC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2B408-E319-4296-B41B-A2BB3FDB474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E1F25F-9F1F-2436-D357-0820D31B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2627C3-7828-302B-6AE5-13F65CD73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C69E-2ADF-4A37-9C66-CDD45D18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14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BE89C-A941-9D37-FAC8-89D0AE2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597E05-8D8D-7BBA-ACA2-E58E00B7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2B408-E319-4296-B41B-A2BB3FDB474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F3DC8C-619C-EDAB-6DFD-6E90042B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A2631-C859-D424-76A0-7EA13C82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C69E-2ADF-4A37-9C66-CDD45D18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597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20A3F4-AE60-0133-AC78-CF4DF9930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2B408-E319-4296-B41B-A2BB3FDB474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B5A3BA-9B4F-AAEC-3451-F580B5349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EB9DD-2744-8844-7370-2BE0165FE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C69E-2ADF-4A37-9C66-CDD45D18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228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5790-08B3-047F-7C3B-CBAA933B5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6CD6-E63C-4A5D-F3E3-1CF81E044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976EF-8605-F41A-8A6C-320943C53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D332A-D041-552A-7EAF-193C6655E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2B408-E319-4296-B41B-A2BB3FDB474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76B45-7CF0-D62A-8FD0-E8DABBD40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D9FF0-2CFA-8430-AAA9-21DDF3B05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C69E-2ADF-4A37-9C66-CDD45D18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35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12B3-B77A-7772-137C-088759F4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067E66-995E-4E19-8A23-685EE6A7A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BF55D-3DA5-6B30-E961-368C61C4A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4CD1F-D41B-3C01-5DA7-94856523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2B408-E319-4296-B41B-A2BB3FDB474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150D3-61F2-7146-6708-A4BAE36A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1376D-010A-73BF-A14B-CCBE58462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C69E-2ADF-4A37-9C66-CDD45D18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925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810B0-AB13-F841-48AB-E4572DF91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2DB22-9B64-6F32-DAFB-8442BCEF2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0D888-37F6-4D42-59CD-D97ED992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2B408-E319-4296-B41B-A2BB3FDB474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021E-D484-5F77-0B77-43DE48EB7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E3C93-273C-99A1-2B97-19C21E9D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C69E-2ADF-4A37-9C66-CDD45D18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253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CF536E-ED0D-529C-59CD-C36B9CDCA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969F7A-3A2F-5DA1-51AC-937665316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7469A-1644-E6CF-4262-35D6FDBB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2B408-E319-4296-B41B-A2BB3FDB474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B9B63-6E1A-3BD0-A474-192EE67F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EDA2E-97F7-F82E-89BF-19A006840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C69E-2ADF-4A37-9C66-CDD45D18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211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F1940-1917-1B55-946F-8A237D102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C621C-7AF7-CAEA-EB6C-A43502E9A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83F9E-429F-6BC8-AB72-8C03AAB701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2B408-E319-4296-B41B-A2BB3FDB474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775A7-0B91-EA2F-21B1-CAF0C8C27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DAD34-5084-5E3D-DE73-CEEC21073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3C69E-2ADF-4A37-9C66-CDD45D18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44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979FBA-F09C-598B-B1AE-217CEC506284}"/>
              </a:ext>
            </a:extLst>
          </p:cNvPr>
          <p:cNvSpPr txBox="1"/>
          <p:nvPr/>
        </p:nvSpPr>
        <p:spPr>
          <a:xfrm>
            <a:off x="2487168" y="256032"/>
            <a:ext cx="8570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STATUS TRACKER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4069E-1492-88F4-B090-3C418A55C232}"/>
              </a:ext>
            </a:extLst>
          </p:cNvPr>
          <p:cNvSpPr txBox="1"/>
          <p:nvPr/>
        </p:nvSpPr>
        <p:spPr>
          <a:xfrm>
            <a:off x="438912" y="1304544"/>
            <a:ext cx="110337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Flight Status Tracker System is a web-based application that helps users check real-time flight information easily. Many passengers face problems due to delays, gate changes, or lack of updated flight details. This system is designed to provide accurate and up-to-date flight status in a simple and user-friendly way.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search for a flight using its flight number and view details such as departure time, arrival time, gate number, and current status (on-time, delayed, or cancelled). The system also allows users to subscribe to specific flights and receive notifications about any updates or changes.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includes a dashboard that displays important flight information and supports filtering by airline. It also provides live updates using API integration. An admin panel is included to manage flight data and users.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developed using modern web technologies like HTML, CSS, JavaScript, React.js, Node.js, and REST APIs. It ensures fast performance and responsive design for both desktop and mobile users.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makes it easier for passengers to stay informed and reduces confusion during travel.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797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Miriyala Tharavarshini</dc:creator>
  <cp:lastModifiedBy>Miriyala Tharavarshini</cp:lastModifiedBy>
  <cp:revision>1</cp:revision>
  <dcterms:created xsi:type="dcterms:W3CDTF">2026-05-03T10:46:39Z</dcterms:created>
  <dcterms:modified xsi:type="dcterms:W3CDTF">2026-05-03T10:46:40Z</dcterms:modified>
</cp:coreProperties>
</file>